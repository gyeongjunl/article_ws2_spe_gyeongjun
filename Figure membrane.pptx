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26" y="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5866-0615-41E0-BCDC-4332BDDFA870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396-2D5E-4A93-A495-0A589B76B7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09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5866-0615-41E0-BCDC-4332BDDFA870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396-2D5E-4A93-A495-0A589B76B7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3617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5866-0615-41E0-BCDC-4332BDDFA870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396-2D5E-4A93-A495-0A589B76B7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519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5866-0615-41E0-BCDC-4332BDDFA870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396-2D5E-4A93-A495-0A589B76B7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00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5866-0615-41E0-BCDC-4332BDDFA870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396-2D5E-4A93-A495-0A589B76B7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608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5866-0615-41E0-BCDC-4332BDDFA870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396-2D5E-4A93-A495-0A589B76B7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76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5866-0615-41E0-BCDC-4332BDDFA870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396-2D5E-4A93-A495-0A589B76B7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504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5866-0615-41E0-BCDC-4332BDDFA870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396-2D5E-4A93-A495-0A589B76B7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723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5866-0615-41E0-BCDC-4332BDDFA870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396-2D5E-4A93-A495-0A589B76B7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96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5866-0615-41E0-BCDC-4332BDDFA870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396-2D5E-4A93-A495-0A589B76B7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636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5866-0615-41E0-BCDC-4332BDDFA870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396-2D5E-4A93-A495-0A589B76B7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03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35866-0615-41E0-BCDC-4332BDDFA870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88396-2D5E-4A93-A495-0A589B76B7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524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t="1365"/>
          <a:stretch/>
        </p:blipFill>
        <p:spPr>
          <a:xfrm>
            <a:off x="742479" y="192024"/>
            <a:ext cx="4134321" cy="3236976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/>
          <a:srcRect t="1365"/>
          <a:stretch/>
        </p:blipFill>
        <p:spPr>
          <a:xfrm>
            <a:off x="4959096" y="192024"/>
            <a:ext cx="4143522" cy="3236976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2278884" y="1140993"/>
            <a:ext cx="1061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LM Roman 10" panose="00000500000000000000" pitchFamily="50" charset="0"/>
              </a:rPr>
              <a:t>1000 </a:t>
            </a:r>
            <a:r>
              <a:rPr lang="fr-FR" dirty="0" smtClean="0">
                <a:solidFill>
                  <a:schemeClr val="bg1"/>
                </a:solidFill>
                <a:latin typeface="Symbol" panose="05050102010706020507" pitchFamily="18" charset="2"/>
              </a:rPr>
              <a:t>°</a:t>
            </a:r>
            <a:r>
              <a:rPr lang="fr-FR" sz="2000" dirty="0" smtClean="0">
                <a:solidFill>
                  <a:schemeClr val="bg1"/>
                </a:solidFill>
                <a:latin typeface="LM Roman 10" panose="00000500000000000000" pitchFamily="50" charset="0"/>
              </a:rPr>
              <a:t>C</a:t>
            </a:r>
            <a:endParaRPr lang="fr-FR" sz="2000" dirty="0">
              <a:solidFill>
                <a:schemeClr val="bg1"/>
              </a:solidFill>
              <a:latin typeface="LM Roman 10" panose="000005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623533" y="1140993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LM Roman 10" panose="00000500000000000000" pitchFamily="50" charset="0"/>
              </a:rPr>
              <a:t>25 </a:t>
            </a:r>
            <a:r>
              <a:rPr lang="fr-FR" sz="2000" dirty="0" smtClean="0">
                <a:solidFill>
                  <a:schemeClr val="bg1"/>
                </a:solidFill>
                <a:latin typeface="Symbol" panose="05050102010706020507" pitchFamily="18" charset="2"/>
              </a:rPr>
              <a:t>°</a:t>
            </a:r>
            <a:r>
              <a:rPr lang="fr-FR" sz="2000" dirty="0" smtClean="0">
                <a:solidFill>
                  <a:schemeClr val="bg1"/>
                </a:solidFill>
                <a:latin typeface="LM Roman 10" panose="00000500000000000000" pitchFamily="50" charset="0"/>
              </a:rPr>
              <a:t>C</a:t>
            </a:r>
            <a:endParaRPr lang="fr-FR" sz="2000" dirty="0">
              <a:solidFill>
                <a:schemeClr val="bg1"/>
              </a:solidFill>
              <a:latin typeface="LM Roman 10" panose="00000500000000000000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742479" y="260724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LM Roman 10" panose="00000500000000000000" pitchFamily="50" charset="0"/>
              </a:rPr>
              <a:t>(a)</a:t>
            </a:r>
            <a:endParaRPr lang="fr-FR" sz="2400" dirty="0">
              <a:solidFill>
                <a:schemeClr val="bg1"/>
              </a:solidFill>
              <a:latin typeface="LM Roman 10" panose="00000500000000000000" pitchFamily="50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4963844" y="260723"/>
            <a:ext cx="596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LM Roman 10" panose="00000500000000000000" pitchFamily="50" charset="0"/>
              </a:rPr>
              <a:t>(b)</a:t>
            </a:r>
            <a:endParaRPr lang="fr-FR" sz="2400" dirty="0">
              <a:solidFill>
                <a:schemeClr val="bg1"/>
              </a:solidFill>
              <a:latin typeface="LM Roman 10" panose="00000500000000000000" pitchFamily="50" charset="0"/>
            </a:endParaRPr>
          </a:p>
        </p:txBody>
      </p:sp>
      <p:cxnSp>
        <p:nvCxnSpPr>
          <p:cNvPr id="10" name="Connecteur droit 9"/>
          <p:cNvCxnSpPr/>
          <p:nvPr/>
        </p:nvCxnSpPr>
        <p:spPr>
          <a:xfrm>
            <a:off x="3440598" y="533718"/>
            <a:ext cx="116485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73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19" y="487308"/>
            <a:ext cx="3918754" cy="294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6332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</Words>
  <Application>Microsoft Office PowerPoint</Application>
  <PresentationFormat>Grand écran</PresentationFormat>
  <Paragraphs>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LM Roman 10</vt:lpstr>
      <vt:lpstr>Symbol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fca</dc:creator>
  <cp:lastModifiedBy>fca</cp:lastModifiedBy>
  <cp:revision>7</cp:revision>
  <dcterms:created xsi:type="dcterms:W3CDTF">2025-12-12T21:18:54Z</dcterms:created>
  <dcterms:modified xsi:type="dcterms:W3CDTF">2025-12-12T21:30:34Z</dcterms:modified>
</cp:coreProperties>
</file>